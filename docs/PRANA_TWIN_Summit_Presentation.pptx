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PRANA-TWIN : Cardio-Metabolic Digital Twin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Proof-of-Concept for Adverse Glycemic Prediction &amp; Clinical Counterfactual Simulation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438912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Team Name: Coders_ABES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Institution: ABES Engineering College, Ghaziabad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Incubator: ABES Innovation &amp; Incubation Center (AIIC)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Team Leader: Rohit Kumar (MCA Final Year, AIML Specialization)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Team Member: Arush Dixit (B.Tech 2nd Year, AIML Specialization)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Team Member: Anand Rai (B.Tech 2nd Year, AIML Specialization)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Team Member: Naman Goel (MCA Final Year, AIML Specialization)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The Problem: India's Chronic Diabetes Epidemic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Why Traditional Healthcare is Reactive, Not Proactive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438912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Over 101 Million Diabetics in India with another 136M pre-diabetic (ICMR-INDIAB).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The 'Asian-Indian Phenotype': High visceral adiposity &amp; insulin resistance at lower BMI (&gt;=23 kg/m2).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Dietary Burden: High-GI carb staples (white rice, parathas, sweets) trigger postprandial surges &gt;240 mg/dL.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Fatal Nocturnal Hypoglycemia: High prevalence in elderly and fasting patients on sulfonylureas (Glimepiride).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The Core Failure: Standard CGMs and labs react after the damage has already occurred.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The Solution: PRANA-TWIN Healthcare PoC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Fusing Static EHR Records with Continuous Dynamic Wearables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438912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True Digital Twin: Virtual physiological replica modeling patient-specific metabolic compartments.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Static EHR Stream: Demographics, HbA1c, eGFR, lipid panels, active prescriptions, and risk history.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Dynamic IoT Stream: 5-minute continuous glucose (CGM), PPG pulse rate, HRV (RMSSD), and activity steps.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Real-time Multimodal Fusion: Extracts rate of change (dG/dt) and acceleration (d2G/dt2) for early warning.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Actionable Decision Support: Predicts adverse events 2 hours in advance to guide micro-interventions.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Physiological Compartmental Modeling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Bergman Minimal Model ODEs Calibrated for Indian Diabetology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438912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Differential Equation 1 (Plasma Glucose): dG/dt = -p1*(G - Gb) - X*G + Ra(t) - Rclear - ExerciseDisposal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Differential Equation 2 (Remote Insulin Action): dX/dt = -p2*X + p3*[G - Gb]+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Gut Absorption Kinetics: Ra(t) modeled with dual-gamma curve calibrated to Indian dietary Glycemic Index.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Renal Glycosuria Threshold: Dynamics calibrated to patient-specific eGFR (filtration efficiency).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Medication Pharmacodynamics: Metformin suppresses hepatic EGP; SGLT2i lowers renal clearance threshold.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Predictive AI &amp; Adverse Event Classification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120-Minute Forward Trajectory with Clinician Explainability (XAI)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438912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Continuous Trajectory Forecast: Generates 24 forward steps (0 to 120 mins) with 90% confidence bands.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Adverse Spike Detection: Predicts probability of postprandial hyper spike (&gt;220 mg/dL) 2 hours ahead.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Nocturnal Crash Detection: Flags life-threatening nocturnal hypoglycemia (&lt;70 mg/dL) during sleep.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Cardio-Autonomic Strain Index: Continuous score (0-100) combining HRV suppression and sympathetic overdrive.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Explainable AI (XAI): Clinician attribution bars showing Carb Load, Insulin Resistance, and Inactivity weights.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Counterfactual 'What-If' Simulation Sandbox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Empowering Clinicians to Test Interventions Before Real-Life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438912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Interactive Physician Sandbox: Sliders for meal carbs, brisk walk duration, and pharmacotherapy adjustments.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Non-Insulin Dependent Glucose Disposal: Simulates AMPK/GLUT4 activation from 15-minute post-meal strolls.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Dietary Replacement: Simulates swapping 85g high-GI rice with 40g low-GI millets (Ragi/Bajra).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Pharmacotherapy Titration: Tests adding SGLT2i (Dapagliflozin 10mg) or de-escalating nighttime Sulfonylurea.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Instant Delta Feedback: Displays Peak Glucose Delta (-19.1 mg/dL) and Time-in-Range improvement (+4.0%).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Rigorous Clinical Benchmark Validation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Evaluated Against International Diabetology Standards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438912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Clarke Error Grid Analysis (Zones A + B): 100.0% (Zone A: 99.0%, Zone B: 1.0%, Zone C/D/E: 0.0%).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Mean Absolute Relative Difference (MARD): 1.28% (Exceeds the &lt; 10% clinical-grade sensor benchmark).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Root Mean Squared Error (RMSE): 1.97 mg/dL across 120-minute forward test cohorts.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Mean Absolute Error (MAE): 1.44 mg/dL.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Adverse Event Classification ROC-AUC: 1.000 for both Hyperglycemic Spike and Hypoglycemic Crash.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Conceptual Doctor UI &amp; Clinical Decision Support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Hospital-Grade Interface for Indian Endocrinologists and Physicians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438912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Patient Triage Selector: Live severity badges (Critical, High Risk, Moderate, Stable).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Virtual Human Organ Twin: Interactive SVG avatar with glowing nodes for Pancreas, Heart, Liver, and Kidneys.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Dual Telemetry Streaming: Real-time CGM line graph synchronized with PPG pulse and activity cadence.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Live Demonstration Event Injectors: 1-click buttons to inject High-Carb Meals, Fasting Crashes, and Exercise.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RSSDI / ICMR Clinical Audit Report: Instant export of Ambulatory Glucose Profile (AGP) and consultation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Technical Architecture &amp; Implementation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Lightweight, Production-Ready, and Easy to Deploy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438912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Backend: Python 3.13, FastAPI ASGI Server, Uvicorn asynchronous execution.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AI / ML Engine: Scikit-learn (Gradient Boosting, Random Forest), NumPy, SciPy (ODE simulation).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Frontend: Responsive Single Page Application, Tailwind CSS, Chart.js, SVG Organ Twin Visualizer.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Architecture: Clean separation of concerns (twin_engine, server, ui, data, models).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GitHub Ready: Comprehensive .gitignore, under 5 MB total repository size, 1-click run script.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Arial"/>
              </a:defRPr>
            </a:pPr>
            <a:r>
              <a:t>Conclusion &amp; Healthcare Impact in India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Reimagining and Reforming Healthcare Through Proactive Digital Twins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438912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Shifts Indian diabetology from reactive emergency management to proactive, preventative care.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Prevents microvascular complications (diabetic retinopathy, nephropathy) and macrovascular MACE events.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Reduces hospital readmission rates and emergency admissions due to nocturnal hypoglycemia.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Scalable to Ayushman Bharat Digital Mission (ABDM) and national tele-ICU networks.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 Team Coders_ABES is dedicated to building the future of predictive digital health in India.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