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6B6D4"/>
                </a:solidFill>
                <a:latin typeface="Arial"/>
              </a:defRPr>
            </a:pPr>
            <a:r>
              <a:t>PRANA-TWIN System Architecture Diagram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9184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  <a:latin typeface="Arial"/>
              </a:defRPr>
            </a:pPr>
            <a:r>
              <a:t>Layer 1: Multi-Stream Data Ingestion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Static EHR: Demographics, HbA1c (8.6%), eGFR, Lipids, Meds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Dynamic IoT: 5-min CGM Glucose, PPG Pulse, HRV (RMSSD), Steps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Indian Dietary Profile: High-GI staple meal carbs (Rice, Parathas)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47472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  <a:latin typeface="Arial"/>
              </a:defRPr>
            </a:pPr>
            <a:r>
              <a:t>Layer 2: Hybrid Digital Twin Core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Physiological Compartment ODEs (Bergman Minimal Model)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Multimodal Fusion Engine &amp; Temporal Derivative Extractor (dG/dt)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Gradient Boosted Regressor (120-min forward trajectory)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Adverse Event Classifiers (Spike &gt;220 mg/dL &amp; Hypo &lt;70 mg/dL)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Counterfactual 'What-If' Simulation Sandbox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291840" cy="4389120"/>
          </a:xfrm>
          <a:prstGeom prst="roundRect">
            <a:avLst/>
          </a:prstGeom>
          <a:solidFill>
            <a:srgbClr val="101830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2926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6B6D4"/>
                </a:solidFill>
                <a:latin typeface="Arial"/>
              </a:defRPr>
            </a:pPr>
            <a:r>
              <a:t>Layer 3: Clinical Decision Support UI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Patient Triage Selector (Critical, High Risk, Moderate, Stable)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Interactive Virtual Human Organ Twin (Pancreas, Heart, Kidney, Liver)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2-Hour Forward Horizon Graph with 90% Confidence Bands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Counterfactual Sandbox (Sliders for Carbs, Walk, Meds)</a:t>
            </a:r>
          </a:p>
          <a:p>
            <a:pPr>
              <a:spcAft>
                <a:spcPts val="800"/>
              </a:spcAft>
              <a:defRPr sz="1100">
                <a:solidFill>
                  <a:srgbClr val="F1F5F9"/>
                </a:solidFill>
                <a:latin typeface="Arial"/>
              </a:defRPr>
            </a:pPr>
            <a:r>
              <a:t>▶  One-Click RSSDI / ICMR Clinical Audit &amp; Ambulatory Glucose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