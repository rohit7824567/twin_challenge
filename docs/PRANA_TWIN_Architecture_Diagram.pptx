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PRANA-TWIN System Architecture Diagram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Multi-Stream Data Fusion, Compartmental ODEs, Ensemble ML Predictors, and Doctor Decision Support UI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291840" cy="466344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  <a:latin typeface="Arial"/>
              </a:defRPr>
            </a:pPr>
            <a:r>
              <a:t>Layer 1: Multi-Stream Data Ingestion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Static EHR Stream: Demographics, HbA1c (8.6%), eGFR, Lipids, Prescriptions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Dynamic IoT Stream: 5-min CGM Glucose, PPG Pulse, HRV (RMSSD), Steps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Indian Dietary Profile: High-GI staple meal carb bolus (Rice, Parathas, Sweets)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Circadian Telemetry: Nighttime fasting epochs &amp; autonomic sleep staging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Real-time Validation: Quality-checked telemetry streams ingested asynchronously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474720" cy="466344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73736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  <a:latin typeface="Arial"/>
              </a:defRPr>
            </a:pPr>
            <a:r>
              <a:t>Layer 2: Hybrid Digital Twin Core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Physiological ODEs: Bergman Minimal Model (Plasma Glucose + Remote Insulin)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Multimodal Feature Fusion: Temporal derivative extractor (dG/dt, d2G/dt2)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Forward Horizon Regressor: Gradient Boosted 24-step trajectory (0-120 mins)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Adverse Event Classifiers: Acute Spike (&gt;220 mg/dL) &amp; Nocturnal Hypo (&lt;70 mg/dL)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Counterfactual Sandbox Engine: Instant simulation of Diet, Walk &amp; Meds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Explainable AI (XAI): Dynamic attribution weights for clinical drivers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54480"/>
            <a:ext cx="3291840" cy="466344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73736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  <a:latin typeface="Arial"/>
              </a:defRPr>
            </a:pPr>
            <a:r>
              <a:t>Layer 3: Clinical Decision Support UI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Patient Triage Selector: Real-time risk status (Critical, High Risk, Moderate, Stable)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Interactive Organ Twin: SVG avatar with glowing Pancreas, Heart, Kidneys, Liver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2-Hour Predictive Chart: Horizon graph with 90% confidence bands &amp; thresholds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Counterfactual Sliders: Dynamic carb titration, walking minutes, and medication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RSSDI / ICMR Clinical Audit: Instant export of AGP metrics &amp; consultation notes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